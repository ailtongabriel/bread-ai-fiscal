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 Bold" charset="1" panose="00000800000000000000"/>
      <p:regular r:id="rId12"/>
    </p:embeddedFont>
    <p:embeddedFont>
      <p:font typeface="Open Sans Bold" charset="1" panose="020B0806030504020204"/>
      <p:regular r:id="rId13"/>
    </p:embeddedFont>
    <p:embeddedFont>
      <p:font typeface="Open Sauce Light" charset="1" panose="000004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52527"/>
            <a:ext cx="15607099" cy="621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6"/>
              </a:lnSpc>
            </a:pPr>
            <a:r>
              <a:rPr lang="en-US" b="true" sz="25315" spc="-531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BREAD AI FISCAL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458285" y="4469864"/>
            <a:ext cx="801015" cy="1347272"/>
          </a:xfrm>
          <a:custGeom>
            <a:avLst/>
            <a:gdLst/>
            <a:ahLst/>
            <a:cxnLst/>
            <a:rect r="r" b="b" t="t" l="l"/>
            <a:pathLst>
              <a:path h="1347272" w="801015">
                <a:moveTo>
                  <a:pt x="0" y="0"/>
                </a:moveTo>
                <a:lnTo>
                  <a:pt x="801015" y="0"/>
                </a:lnTo>
                <a:lnTo>
                  <a:pt x="801015" y="1347272"/>
                </a:lnTo>
                <a:lnTo>
                  <a:pt x="0" y="134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70144" y="1123211"/>
            <a:ext cx="3189156" cy="26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73"/>
              </a:lnSpc>
            </a:pPr>
            <a:r>
              <a:rPr lang="en-US" b="true" sz="2100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NOVEMBRO 2025 |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44499" y="8305165"/>
            <a:ext cx="8199001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EQUIPE: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JOÃO, AILTON E VINICIUS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39743" y="2302043"/>
            <a:ext cx="6308378" cy="2583988"/>
            <a:chOff x="0" y="0"/>
            <a:chExt cx="977333" cy="400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7333" cy="400327"/>
            </a:xfrm>
            <a:custGeom>
              <a:avLst/>
              <a:gdLst/>
              <a:ahLst/>
              <a:cxnLst/>
              <a:rect r="r" b="b" t="t" l="l"/>
              <a:pathLst>
                <a:path h="400327" w="977333">
                  <a:moveTo>
                    <a:pt x="0" y="0"/>
                  </a:moveTo>
                  <a:lnTo>
                    <a:pt x="977333" y="0"/>
                  </a:lnTo>
                  <a:lnTo>
                    <a:pt x="977333" y="400327"/>
                  </a:lnTo>
                  <a:lnTo>
                    <a:pt x="0" y="400327"/>
                  </a:lnTo>
                  <a:close/>
                </a:path>
              </a:pathLst>
            </a:custGeom>
            <a:blipFill>
              <a:blip r:embed="rId2"/>
              <a:stretch>
                <a:fillRect l="0" t="-62959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617721" y="8005064"/>
            <a:ext cx="1666940" cy="839531"/>
          </a:xfrm>
          <a:custGeom>
            <a:avLst/>
            <a:gdLst/>
            <a:ahLst/>
            <a:cxnLst/>
            <a:rect r="r" b="b" t="t" l="l"/>
            <a:pathLst>
              <a:path h="839531" w="1666940">
                <a:moveTo>
                  <a:pt x="0" y="0"/>
                </a:moveTo>
                <a:lnTo>
                  <a:pt x="1666939" y="0"/>
                </a:lnTo>
                <a:lnTo>
                  <a:pt x="1666939" y="839532"/>
                </a:lnTo>
                <a:lnTo>
                  <a:pt x="0" y="839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39743" y="5325830"/>
            <a:ext cx="7008514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39743" y="7333066"/>
            <a:ext cx="7008514" cy="6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Facilitar a analisar notas fiscais de pequenas e médias empresas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81755" y="2101865"/>
            <a:ext cx="6308378" cy="2583988"/>
            <a:chOff x="0" y="0"/>
            <a:chExt cx="977333" cy="4003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7333" cy="400327"/>
            </a:xfrm>
            <a:custGeom>
              <a:avLst/>
              <a:gdLst/>
              <a:ahLst/>
              <a:cxnLst/>
              <a:rect r="r" b="b" t="t" l="l"/>
              <a:pathLst>
                <a:path h="400327" w="977333">
                  <a:moveTo>
                    <a:pt x="0" y="0"/>
                  </a:moveTo>
                  <a:lnTo>
                    <a:pt x="977333" y="0"/>
                  </a:lnTo>
                  <a:lnTo>
                    <a:pt x="977333" y="400327"/>
                  </a:lnTo>
                  <a:lnTo>
                    <a:pt x="0" y="400327"/>
                  </a:lnTo>
                  <a:close/>
                </a:path>
              </a:pathLst>
            </a:custGeom>
            <a:blipFill>
              <a:blip r:embed="rId4"/>
              <a:stretch>
                <a:fillRect l="0" t="-31479" r="0" b="-3147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929967"/>
            <a:ext cx="5759843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 SOLUÇÃO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197634"/>
            <a:ext cx="10740192" cy="6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DASHBOARD INTELIGENTE QUE TRANSFORMA NOTAS FISCAIS EM ANÁLISES VISUAIS E COMPREENSÍVEIS.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1682" y="1798844"/>
            <a:ext cx="9721581" cy="6689313"/>
          </a:xfrm>
          <a:custGeom>
            <a:avLst/>
            <a:gdLst/>
            <a:ahLst/>
            <a:cxnLst/>
            <a:rect r="r" b="b" t="t" l="l"/>
            <a:pathLst>
              <a:path h="6689313" w="9721581">
                <a:moveTo>
                  <a:pt x="0" y="0"/>
                </a:moveTo>
                <a:lnTo>
                  <a:pt x="9721581" y="0"/>
                </a:lnTo>
                <a:lnTo>
                  <a:pt x="9721581" y="6689312"/>
                </a:lnTo>
                <a:lnTo>
                  <a:pt x="0" y="668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589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29967"/>
            <a:ext cx="7496054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ANALISE COMPLETA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97634"/>
            <a:ext cx="5865436" cy="259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62"/>
              </a:lnSpc>
              <a:buFont typeface="Arial"/>
              <a:buChar char="•"/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Resumo Executivo;</a:t>
            </a:r>
          </a:p>
          <a:p>
            <a:pPr algn="l" marL="453390" indent="-226695" lvl="1">
              <a:lnSpc>
                <a:spcPts val="2562"/>
              </a:lnSpc>
              <a:buFont typeface="Arial"/>
              <a:buChar char="•"/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Relatório de Qualidade dos dados;</a:t>
            </a:r>
          </a:p>
          <a:p>
            <a:pPr algn="l" marL="453390" indent="-226695" lvl="1">
              <a:lnSpc>
                <a:spcPts val="2562"/>
              </a:lnSpc>
              <a:buFont typeface="Arial"/>
              <a:buChar char="•"/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Dashboard bem completo contendo dados das notas fiscais, separado nos seguintes tópicos: Visão Geral, Financeiro, Tributário, Fornecedores, Produtos, Alertas e Recomendações </a:t>
            </a:r>
          </a:p>
          <a:p>
            <a:pPr algn="l">
              <a:lnSpc>
                <a:spcPts val="256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5448" y="3683178"/>
            <a:ext cx="3682359" cy="3902991"/>
            <a:chOff x="0" y="0"/>
            <a:chExt cx="570494" cy="604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0494" cy="604675"/>
            </a:xfrm>
            <a:custGeom>
              <a:avLst/>
              <a:gdLst/>
              <a:ahLst/>
              <a:cxnLst/>
              <a:rect r="r" b="b" t="t" l="l"/>
              <a:pathLst>
                <a:path h="604675" w="570494">
                  <a:moveTo>
                    <a:pt x="0" y="0"/>
                  </a:moveTo>
                  <a:lnTo>
                    <a:pt x="570494" y="0"/>
                  </a:lnTo>
                  <a:lnTo>
                    <a:pt x="570494" y="604675"/>
                  </a:lnTo>
                  <a:lnTo>
                    <a:pt x="0" y="604675"/>
                  </a:lnTo>
                  <a:close/>
                </a:path>
              </a:pathLst>
            </a:custGeom>
            <a:blipFill>
              <a:blip r:embed="rId2"/>
              <a:stretch>
                <a:fillRect l="0" t="-9360" r="0" b="-936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10354" y="1223962"/>
            <a:ext cx="5385534" cy="6362207"/>
          </a:xfrm>
          <a:custGeom>
            <a:avLst/>
            <a:gdLst/>
            <a:ahLst/>
            <a:cxnLst/>
            <a:rect r="r" b="b" t="t" l="l"/>
            <a:pathLst>
              <a:path h="6362207" w="5385534">
                <a:moveTo>
                  <a:pt x="0" y="0"/>
                </a:moveTo>
                <a:lnTo>
                  <a:pt x="5385533" y="0"/>
                </a:lnTo>
                <a:lnTo>
                  <a:pt x="5385533" y="6362207"/>
                </a:lnTo>
                <a:lnTo>
                  <a:pt x="0" y="636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86" t="0" r="-7106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383334"/>
            <a:ext cx="6473110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 INTELIGENTE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6104" y="7958709"/>
            <a:ext cx="4178302" cy="6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Análise completa para uma ou múltiplas notas fiscais.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22692" y="7958709"/>
            <a:ext cx="4178302" cy="97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INSIGHTS INTELIGENTES GERADOS AUTOMATICAMENTE PELAS ANÁLISES DA IA.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45563" y="17210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8100" y="4233526"/>
            <a:ext cx="12931799" cy="225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19"/>
              </a:lnSpc>
            </a:pPr>
            <a:r>
              <a:rPr lang="en-US" b="true" sz="17786" spc="-373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DAG3mlclSSQ</dc:identifier>
  <dcterms:modified xsi:type="dcterms:W3CDTF">2011-08-01T06:04:30Z</dcterms:modified>
  <cp:revision>1</cp:revision>
  <dc:title>Green and Black Modern Pitch Deck Presentation</dc:title>
</cp:coreProperties>
</file>